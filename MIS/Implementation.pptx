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92" r:id="rId4"/>
    <p:sldId id="287" r:id="rId5"/>
    <p:sldId id="286" r:id="rId6"/>
    <p:sldId id="291" r:id="rId7"/>
    <p:sldId id="288" r:id="rId8"/>
    <p:sldId id="29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0F31B-D664-4711-B3CE-93AC65ED7568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EDEA0-F571-42C9-9CB0-8A45EFF2E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Out of 2002 applications</a:t>
            </a:r>
            <a:r>
              <a:rPr lang="en-US" sz="1200" baseline="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</a:t>
            </a:r>
            <a:r>
              <a:rPr lang="en-US" sz="1200" baseline="0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nasa</a:t>
            </a:r>
            <a:r>
              <a:rPr lang="en-US" sz="1200" baseline="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34% </a:t>
            </a:r>
            <a:r>
              <a:rPr lang="en-US" sz="1200" baseline="0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ung</a:t>
            </a:r>
            <a:r>
              <a:rPr lang="en-US" sz="1200" baseline="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</a:t>
            </a:r>
            <a:r>
              <a:rPr lang="en-US" sz="1200" baseline="0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nagapply</a:t>
            </a:r>
            <a:r>
              <a:rPr lang="en-US" sz="1200" baseline="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for </a:t>
            </a:r>
            <a:r>
              <a:rPr lang="en-US" sz="1200" baseline="0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gcardless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- 688/2002 &gt; 34%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EDEA0-F571-42C9-9CB0-8A45EFF2E4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94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Out of 2002 applications</a:t>
            </a:r>
            <a:r>
              <a:rPr lang="en-US" sz="1200" baseline="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</a:t>
            </a:r>
            <a:r>
              <a:rPr lang="en-US" sz="1200" baseline="0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nasa</a:t>
            </a:r>
            <a:r>
              <a:rPr lang="en-US" sz="1200" baseline="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34% </a:t>
            </a:r>
            <a:r>
              <a:rPr lang="en-US" sz="1200" baseline="0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ung</a:t>
            </a:r>
            <a:r>
              <a:rPr lang="en-US" sz="1200" baseline="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</a:t>
            </a:r>
            <a:r>
              <a:rPr lang="en-US" sz="1200" baseline="0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nagapply</a:t>
            </a:r>
            <a:r>
              <a:rPr lang="en-US" sz="1200" baseline="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for </a:t>
            </a:r>
            <a:r>
              <a:rPr lang="en-US" sz="1200" baseline="0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gcardless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- 688/2002 &gt; 34%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EDEA0-F571-42C9-9CB0-8A45EFF2E4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94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837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9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6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5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5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0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7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95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3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2A186-9278-467F-B8DB-306F60532990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18922-DB8F-4C9A-A315-012EB8C90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7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" y="2286000"/>
            <a:ext cx="914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bg1">
                    <a:lumMod val="85000"/>
                  </a:schemeClr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Bernard MT Condensed" pitchFamily="18" charset="0"/>
              </a:rPr>
              <a:t>IMPLEMENTATION </a:t>
            </a:r>
          </a:p>
          <a:p>
            <a:pPr algn="ctr"/>
            <a:r>
              <a:rPr lang="en-US" sz="6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chemeClr val="bg1">
                    <a:lumMod val="85000"/>
                  </a:schemeClr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Bernard MT Condensed" pitchFamily="18" charset="0"/>
              </a:rPr>
              <a:t>REPORT 2019</a:t>
            </a:r>
          </a:p>
          <a:p>
            <a:pPr algn="ctr"/>
            <a:endParaRPr lang="en-US" sz="6600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3397993" cy="239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44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609600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3397993" cy="2393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748" y="86380"/>
            <a:ext cx="4083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ernard MT Condensed" pitchFamily="18" charset="0"/>
              </a:rPr>
              <a:t>ACCOMPLISHMENT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21" y="725716"/>
            <a:ext cx="909897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b="1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IMPLEMENTED:</a:t>
            </a:r>
          </a:p>
          <a:p>
            <a:endParaRPr lang="en-US" sz="1200" b="1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QR CODE(GCARD)</a:t>
            </a:r>
            <a:endParaRPr lang="en-US" dirty="0">
              <a:solidFill>
                <a:srgbClr val="FFC000"/>
              </a:solidFill>
              <a:latin typeface="Bernard MT Condensed" pitchFamily="18" charset="0"/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NCR Area only</a:t>
            </a:r>
          </a:p>
          <a:p>
            <a:pPr lvl="1"/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Implemented last Aug  2019</a:t>
            </a:r>
          </a:p>
          <a:p>
            <a:pPr lvl="1"/>
            <a:endParaRPr lang="en-US" sz="16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endParaRPr lang="en-US" sz="1200" b="1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GGC JAVA SYSTEM</a:t>
            </a:r>
            <a:endParaRPr lang="en-US" dirty="0">
              <a:solidFill>
                <a:srgbClr val="FFC000"/>
              </a:solidFill>
              <a:latin typeface="Bernard MT Condensed" pitchFamily="18" charset="0"/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upgrade interface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additional feature: QR Code</a:t>
            </a:r>
          </a:p>
          <a:p>
            <a:pPr lvl="1"/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Implemented last Aug  2019</a:t>
            </a:r>
          </a:p>
          <a:p>
            <a:pPr lvl="1"/>
            <a:endParaRPr lang="en-US" sz="16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GENERAL PURCHASE(Engineering)</a:t>
            </a:r>
          </a:p>
          <a:p>
            <a:pPr lvl="1"/>
            <a:r>
              <a:rPr lang="en-US" dirty="0"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Implemented last Sept 2019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local database only.</a:t>
            </a:r>
          </a:p>
          <a:p>
            <a:pPr lvl="1"/>
            <a:endParaRPr lang="en-US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GUANZON APPS(android)</a:t>
            </a:r>
            <a:endParaRPr lang="en-US" sz="2800" dirty="0">
              <a:solidFill>
                <a:srgbClr val="FFC000"/>
              </a:solidFill>
              <a:latin typeface="Bernard MT Condensed" pitchFamily="18" charset="0"/>
            </a:endParaRPr>
          </a:p>
          <a:p>
            <a:pPr lvl="1"/>
            <a:r>
              <a:rPr lang="en-US" sz="1600" dirty="0"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Knox Guard Activation – implemented last Jan 2019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CI Approval Code	- Implemented last Feb 2019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G card Apps – NCR area only</a:t>
            </a:r>
          </a:p>
          <a:p>
            <a:pPr lvl="1"/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AH Code Approval for OB AN leave</a:t>
            </a:r>
          </a:p>
          <a:p>
            <a:pPr lvl="1"/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</a:t>
            </a:r>
            <a:endParaRPr lang="en-US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834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609600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3397993" cy="2393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748" y="86380"/>
            <a:ext cx="4083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ernard MT Condensed" pitchFamily="18" charset="0"/>
              </a:rPr>
              <a:t>ACCOMPLISHMENT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21" y="725716"/>
            <a:ext cx="909897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b="1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IMPLEMENTED: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lvl="1"/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PAYROLL SYSTEM</a:t>
            </a:r>
          </a:p>
          <a:p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additional features:</a:t>
            </a: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  </a:t>
            </a: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Service Charge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- Compensation Off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- Compress time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- Payroll Confirmation per Division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- Night Shift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- Meal Vouchers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- OB and Leave approval for AH, DH and GM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Monarch Hotel Payroll System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Implemented last February 2019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Honda Cars payroll System</a:t>
            </a:r>
          </a:p>
          <a:p>
            <a:pPr marL="1200150" lvl="2" indent="-285750">
              <a:buFontTx/>
              <a:buChar char="-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Implemented last August 2019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Engineering Payroll System</a:t>
            </a: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Monarch Hotel project only</a:t>
            </a: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Implemented last Aug 2019</a:t>
            </a:r>
          </a:p>
          <a:p>
            <a:pPr lvl="1"/>
            <a:endParaRPr lang="en-US" sz="1200" b="1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TIMEKEEPPER</a:t>
            </a:r>
          </a:p>
          <a:p>
            <a:pPr lvl="1"/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log in to other branch</a:t>
            </a:r>
          </a:p>
        </p:txBody>
      </p:sp>
    </p:spTree>
    <p:extLst>
      <p:ext uri="{BB962C8B-B14F-4D97-AF65-F5344CB8AC3E}">
        <p14:creationId xmlns:p14="http://schemas.microsoft.com/office/powerpoint/2010/main" val="259297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609600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3397993" cy="2393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748" y="86380"/>
            <a:ext cx="4083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ernard MT Condensed" pitchFamily="18" charset="0"/>
              </a:rPr>
              <a:t>ACCOMPLISHMENT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21" y="725716"/>
            <a:ext cx="90989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b="1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IMPLEMENTED:</a:t>
            </a:r>
          </a:p>
          <a:p>
            <a:pPr lvl="1"/>
            <a:endParaRPr lang="en-US" sz="20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INTEGSYS UPDATE</a:t>
            </a: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Additional features:</a:t>
            </a:r>
            <a:endParaRPr lang="en-US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MC Credit Application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- webcam – implemented last Feb 2019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- CI Approval code – Feb 2019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SP Inventory Count(for auditors) – implemented last 		August 2019</a:t>
            </a:r>
          </a:p>
          <a:p>
            <a:pPr lvl="1"/>
            <a:endParaRPr lang="en-US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TELECOM UPDATE</a:t>
            </a: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Additional features:</a:t>
            </a: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MP Product Inquiry – implemented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	 last Jun 2019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Account Receivable viewing</a:t>
            </a:r>
          </a:p>
          <a:p>
            <a:pPr lvl="2"/>
            <a:endParaRPr lang="en-US" sz="16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651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609600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3397993" cy="23936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021" y="725716"/>
            <a:ext cx="9098979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IMPLEMENTED:</a:t>
            </a:r>
          </a:p>
          <a:p>
            <a:endParaRPr lang="en-US" sz="2000" b="1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171450" indent="-1714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SPWIMS</a:t>
            </a:r>
            <a:endParaRPr lang="en-US" sz="2400" dirty="0">
              <a:solidFill>
                <a:srgbClr val="FFC000"/>
              </a:solidFill>
              <a:latin typeface="Bernard MT Condensed" pitchFamily="18" charset="0"/>
            </a:endParaRPr>
          </a:p>
          <a:p>
            <a:r>
              <a:rPr lang="en-US" sz="2800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SP PO Confirmation</a:t>
            </a:r>
            <a:endParaRPr lang="en-US" sz="20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endParaRPr lang="en-US" sz="800" dirty="0">
              <a:solidFill>
                <a:srgbClr val="FFC000"/>
              </a:solidFill>
              <a:latin typeface="Bernard MT Condensed" pitchFamily="18" charset="0"/>
            </a:endParaRPr>
          </a:p>
          <a:p>
            <a:pPr marL="171450" indent="-1714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SPWIMS</a:t>
            </a:r>
            <a:endParaRPr lang="en-US" sz="2400" dirty="0">
              <a:solidFill>
                <a:srgbClr val="FFC000"/>
              </a:solidFill>
              <a:latin typeface="Bernard MT Condensed" pitchFamily="18" charset="0"/>
            </a:endParaRPr>
          </a:p>
          <a:p>
            <a:r>
              <a:rPr lang="en-US" sz="1050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SP PO Confirmation</a:t>
            </a:r>
          </a:p>
          <a:p>
            <a:endParaRPr lang="en-US" sz="800" dirty="0">
              <a:solidFill>
                <a:srgbClr val="FFC000"/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QUERY MANAGER FX</a:t>
            </a:r>
          </a:p>
          <a:p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- for support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teamtools</a:t>
            </a:r>
            <a:endParaRPr lang="en-US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endParaRPr lang="en-US" dirty="0">
              <a:solidFill>
                <a:srgbClr val="FFC000"/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GENERAL TRANSFER(document transfer)</a:t>
            </a:r>
            <a:endParaRPr lang="en-US" dirty="0">
              <a:solidFill>
                <a:srgbClr val="FFC000"/>
              </a:solidFill>
              <a:latin typeface="Bernard MT Condensed" pitchFamily="18" charset="0"/>
            </a:endParaRP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Implemented last Aug 2019</a:t>
            </a:r>
            <a:endParaRPr lang="en-US" dirty="0">
              <a:solidFill>
                <a:srgbClr val="FFC000"/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WINDOWS G(close </a:t>
            </a:r>
            <a:r>
              <a:rPr lang="en-US" sz="2000" dirty="0" err="1">
                <a:solidFill>
                  <a:srgbClr val="FFC000"/>
                </a:solidFill>
                <a:latin typeface="Bernard MT Condensed" pitchFamily="18" charset="0"/>
              </a:rPr>
              <a:t>Integsys</a:t>
            </a: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/Telecom)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Implemented last Oct 2019 MP &amp; MC Division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Telecom E-Commerce</a:t>
            </a:r>
          </a:p>
          <a:p>
            <a:r>
              <a:rPr lang="en-US" sz="2400" dirty="0">
                <a:latin typeface="Bernard MT Condensed" pitchFamily="18" charset="0"/>
              </a:rPr>
              <a:t>		</a:t>
            </a:r>
            <a:endParaRPr lang="en-US" sz="3600" dirty="0">
              <a:latin typeface="Bernard MT Condensed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1748" y="86380"/>
            <a:ext cx="4083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ernard MT Condensed" pitchFamily="18" charset="0"/>
              </a:rPr>
              <a:t>ACCOMPLISHMENT</a:t>
            </a:r>
          </a:p>
        </p:txBody>
      </p:sp>
    </p:spTree>
    <p:extLst>
      <p:ext uri="{BB962C8B-B14F-4D97-AF65-F5344CB8AC3E}">
        <p14:creationId xmlns:p14="http://schemas.microsoft.com/office/powerpoint/2010/main" val="400156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609600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3397993" cy="23936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969" y="86380"/>
            <a:ext cx="4278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ernard MT Condensed" pitchFamily="18" charset="0"/>
              </a:rPr>
              <a:t>NOT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21" y="725716"/>
            <a:ext cx="909897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NOT IMPLEMENTED:</a:t>
            </a:r>
            <a:endParaRPr lang="en-US" sz="2400" dirty="0">
              <a:solidFill>
                <a:srgbClr val="FFC000"/>
              </a:solidFill>
              <a:latin typeface="Bernard MT Condensed" pitchFamily="18" charset="0"/>
            </a:endParaRPr>
          </a:p>
          <a:p>
            <a:endParaRPr lang="en-US" sz="900" dirty="0">
              <a:solidFill>
                <a:srgbClr val="FFC000"/>
              </a:solidFill>
              <a:latin typeface="Bernard MT Condensed" pitchFamily="18" charset="0"/>
            </a:endParaRPr>
          </a:p>
          <a:p>
            <a:pPr marL="628650" lvl="1" indent="-171450">
              <a:buFont typeface="Wingdings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  <a:latin typeface="Bernard MT Condensed" pitchFamily="18" charset="0"/>
              </a:rPr>
              <a:t>PETTY Cash</a:t>
            </a:r>
          </a:p>
          <a:p>
            <a:pPr marL="628650" lvl="1" indent="-171450">
              <a:buFont typeface="Wingdings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  <a:latin typeface="Bernard MT Condensed" pitchFamily="18" charset="0"/>
              </a:rPr>
              <a:t>FOOD INVENTORY</a:t>
            </a:r>
          </a:p>
          <a:p>
            <a:pPr marL="628650" lvl="1" indent="-171450">
              <a:buFont typeface="Wingdings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  <a:latin typeface="Bernard MT Condensed" pitchFamily="18" charset="0"/>
              </a:rPr>
              <a:t>GUANZON HOTLINE</a:t>
            </a:r>
          </a:p>
          <a:p>
            <a:pPr marL="628650" lvl="1" indent="-171450">
              <a:buFont typeface="Wingdings" pitchFamily="2" charset="2"/>
              <a:buChar char="Ø"/>
            </a:pPr>
            <a:r>
              <a:rPr lang="en-US" sz="2800" dirty="0">
                <a:solidFill>
                  <a:srgbClr val="FFC000"/>
                </a:solidFill>
                <a:latin typeface="Bernard MT Condensed" pitchFamily="18" charset="0"/>
              </a:rPr>
              <a:t>UNENCODED TRANSACTIONS</a:t>
            </a:r>
          </a:p>
          <a:p>
            <a:pPr marL="628650" lvl="1" indent="-171450">
              <a:buFont typeface="Wingdings" pitchFamily="2" charset="2"/>
              <a:buChar char="Ø"/>
            </a:pPr>
            <a:endParaRPr lang="en-US" sz="2800" dirty="0">
              <a:solidFill>
                <a:srgbClr val="FFC000"/>
              </a:solidFill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21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609600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3397993" cy="23936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021" y="725716"/>
            <a:ext cx="909897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FFC000"/>
              </a:solidFill>
              <a:latin typeface="Bernard MT Condensed" pitchFamily="18" charset="0"/>
            </a:endParaRPr>
          </a:p>
          <a:p>
            <a:endParaRPr lang="en-US" sz="800" dirty="0">
              <a:solidFill>
                <a:srgbClr val="FFC000"/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MC HOT ITEM MODEL(HIM)</a:t>
            </a:r>
            <a:endParaRPr lang="en-US" dirty="0">
              <a:solidFill>
                <a:srgbClr val="FFC000"/>
              </a:solidFill>
              <a:latin typeface="Bernard MT Condensed" pitchFamily="18" charset="0"/>
            </a:endParaRPr>
          </a:p>
          <a:p>
            <a:pPr lvl="1"/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endParaRPr lang="en-US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AUTO PRF</a:t>
            </a:r>
          </a:p>
          <a:p>
            <a:pPr lvl="1"/>
            <a:r>
              <a:rPr lang="en-US" dirty="0"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DRY RUN to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Dagupan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 area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RIMS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new rules for tagging of registration expense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- COC Tagging of Adjustment by batch</a:t>
            </a:r>
            <a:endParaRPr lang="en-US" sz="16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	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FFC000"/>
                </a:solidFill>
                <a:latin typeface="Bernard MT Condensed" pitchFamily="18" charset="0"/>
              </a:rPr>
              <a:t>Replication for Master and Slave</a:t>
            </a:r>
          </a:p>
          <a:p>
            <a:r>
              <a:rPr lang="en-US" dirty="0">
                <a:solidFill>
                  <a:srgbClr val="FFC000"/>
                </a:solidFill>
                <a:latin typeface="Bernard MT Condensed" pitchFamily="18" charset="0"/>
              </a:rPr>
              <a:t>	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- for branches data</a:t>
            </a:r>
            <a:endParaRPr lang="en-US" sz="3600" dirty="0">
              <a:solidFill>
                <a:schemeClr val="bg1">
                  <a:lumMod val="85000"/>
                </a:schemeClr>
              </a:solidFill>
              <a:latin typeface="Bernard MT Condensed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86380"/>
            <a:ext cx="807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ernard MT Condensed" pitchFamily="18" charset="0"/>
              </a:rPr>
              <a:t>FOR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580661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609600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3397993" cy="23936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380"/>
            <a:ext cx="807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Bernard MT Condensed" pitchFamily="18" charset="0"/>
              </a:rPr>
              <a:t>PLANS FOR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21" y="725716"/>
            <a:ext cx="909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Bernard MT Condensed" pitchFamily="18" charset="0"/>
              </a:rPr>
              <a:t>IT DEPENDS WITH THE SEG TEAM</a:t>
            </a:r>
            <a:endParaRPr lang="en-US" sz="2800" dirty="0">
              <a:solidFill>
                <a:srgbClr val="FFC000"/>
              </a:solidFill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792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435</Words>
  <Application>Microsoft Office PowerPoint</Application>
  <PresentationFormat>On-screen Show (4:3)</PresentationFormat>
  <Paragraphs>114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Bernard MT Condensed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Michael Cuison</cp:lastModifiedBy>
  <cp:revision>160</cp:revision>
  <dcterms:created xsi:type="dcterms:W3CDTF">2019-07-19T02:00:03Z</dcterms:created>
  <dcterms:modified xsi:type="dcterms:W3CDTF">2019-12-05T14:27:58Z</dcterms:modified>
</cp:coreProperties>
</file>